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Information Retrieval and Semantic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BM25, FAISS Vector Indexing, and Reciprocal Rank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BM25 Okapi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BM25 is a probabilistic term-frequency ranking function.</a:t>
            </a:r>
          </a:p>
          <a:p>
            <a:r>
              <a:t>Key parameters: k1 = 1.5 regulates term frequency saturation.</a:t>
            </a:r>
          </a:p>
          <a:p>
            <a:r>
              <a:t>Parameter b = 0.75 controls document length normalization.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Reciprocal Rank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RRF merges rankings from dense embeddings and lexical BM25 retrieval.</a:t>
            </a:r>
          </a:p>
          <a:p>
            <a:r>
              <a:t>Score is computed as the sum of 1 / (60 + rank) for each candidate document.</a:t>
            </a:r>
          </a:p>
          <a:p>
            <a:r>
              <a:t>This hybrid approach mitigates vocabulary mismatch while preserving exact keyword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